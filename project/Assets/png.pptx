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1B5A4-0057-8DA0-AF7C-71EFE38D7F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B86627-EDE6-AD8E-B902-E990ADE1C0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EB299E-FDE6-BEC0-23FF-8B5E1A626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78FC9-9FDA-42CA-AF70-F0353D12E03F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CF3D52-424B-ACC7-4AAA-0ED0794CC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192CDF-E64B-CE1B-5F0E-A1121E8F7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F60DD-41F6-49D2-B007-7DE023BA3E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174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50C77-D5DA-9704-C272-CD5D9C86E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97FDA-8716-7A30-169C-1BEA84A572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0A58DA-11F8-5BA2-448A-FAADBC9FF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78FC9-9FDA-42CA-AF70-F0353D12E03F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0E2036-529D-AA38-6F9D-F1C846051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8EE9AD-BF77-E544-1F97-19DFD168B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F60DD-41F6-49D2-B007-7DE023BA3E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949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86D37-5E15-B7DC-D2CC-79A0DC364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D57FD3-65AD-CF5F-7D01-F1C4129C15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16F15D-B122-3880-FC73-C1C872511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78FC9-9FDA-42CA-AF70-F0353D12E03F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5CDD66-D76C-9D10-74BD-13C821671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AAC43E-B53F-CD3E-6760-269F81DE8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F60DD-41F6-49D2-B007-7DE023BA3E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573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7B50A-3EAD-4A4F-B43C-B4A711EB3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199E9-0415-8568-812B-AC71CD0B41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1D13B9-66DA-8CF1-D840-24F53A6E62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126552-DAE9-986B-A6F3-2B2ADCA94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78FC9-9FDA-42CA-AF70-F0353D12E03F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6CC31A-0058-B095-5340-D18F31A89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6A6556-52AF-88CB-DF6C-2CAC21CEE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F60DD-41F6-49D2-B007-7DE023BA3E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706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45AB3-42D4-C214-44C2-9A7FE2A0E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21B254-0CEF-C8DB-F167-290CAEB029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6E0DA9-D62A-06FE-ACF9-60C5065BBC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834F14-7B7B-4A80-4515-3100E4E7F2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906E02-2E80-63A3-E5D7-721FF45F26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EA9563-A9D1-9B15-E3C4-562345E14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78FC9-9FDA-42CA-AF70-F0353D12E03F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94AB86-945B-05BA-DC4A-B6CAE7B5F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28F38A-2E5A-9953-E25A-12D23B4DF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F60DD-41F6-49D2-B007-7DE023BA3E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329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60CE1-A710-350E-F2C7-93D07C8FB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294D54-EBAA-52EF-06D4-8ED87B517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78FC9-9FDA-42CA-AF70-F0353D12E03F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B419B8-33B2-5132-7DE1-C68AA33FB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4A155A-E848-6A79-EA9D-24EDBDB7B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F60DD-41F6-49D2-B007-7DE023BA3E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567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5A2DCB-609F-A5C6-2A01-F0366B5C5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78FC9-9FDA-42CA-AF70-F0353D12E03F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C07515-3B2F-9E9A-ABFB-9A8948A1A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9B18DF-EBF8-760B-999F-D53C57AA1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F60DD-41F6-49D2-B007-7DE023BA3E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105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B72CE-B1CD-B28B-FB2C-C8B3080A7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FD9688-6D08-A3B6-C11D-F4ACC9377F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AAB79A-A479-49FD-4E80-766003931D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3D0610-9231-2F75-F48C-3BCC5FC25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78FC9-9FDA-42CA-AF70-F0353D12E03F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FE1CFB-8171-5CC4-8AE4-6A6A80378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432AA1-8986-E742-BC91-41CC99DB0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F60DD-41F6-49D2-B007-7DE023BA3E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986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9997A-A513-5003-F1C9-66D826F39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28CADC-1AC1-D854-4737-B79D8EDEF9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463C11-B9BB-570B-DF99-C5410A8F82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A3276D-49F4-A812-DF6E-B4AE5A539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78FC9-9FDA-42CA-AF70-F0353D12E03F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65CE99-125E-4502-DC6A-E0348CC41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44464F-41D2-0CAA-4C8E-5F550F304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F60DD-41F6-49D2-B007-7DE023BA3E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598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2B152-E826-76D9-7FEF-E01E41255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F6BD80-6137-AB21-6431-5260B72D46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B53B45-BE1B-1C32-B5ED-FAD1BDA35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78FC9-9FDA-42CA-AF70-F0353D12E03F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DF8606-132D-C75F-765D-B9467B1FC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E2E0D8-B588-3AC4-15CB-91E82C4C8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F60DD-41F6-49D2-B007-7DE023BA3E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537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9DF135-6B9D-39FF-F403-E7432CDF69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FC2B20-DAE7-A203-4E44-6F38442830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E22ACA-7A77-ED1B-A90B-1797C505A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78FC9-9FDA-42CA-AF70-F0353D12E03F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E48965-FD64-0D33-8DD0-A873E6632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2F2972-A2F6-01FC-BB0A-058848AC7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F60DD-41F6-49D2-B007-7DE023BA3E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220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643BF7-7517-6B74-0CBB-A2FA02CF1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7BB2C7-9ABC-3B77-847E-5B23A9E275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610BB0-068D-8880-27F3-BA16F8A9E4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978FC9-9FDA-42CA-AF70-F0353D12E03F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B72053-FCFA-CF1A-7775-05308BD9CB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80CF17-7E0D-F940-AA92-F23C0A4B8C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4F60DD-41F6-49D2-B007-7DE023BA3E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700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96ABA-3EED-0574-1742-995191D33A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58B0B6-A1D5-37D1-5660-CBFEB36D28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A black and white image of the earth&#10;&#10;Description automatically generated">
            <a:extLst>
              <a:ext uri="{FF2B5EF4-FFF2-40B4-BE49-F238E27FC236}">
                <a16:creationId xmlns:a16="http://schemas.microsoft.com/office/drawing/2014/main" id="{F12BCBEA-DDF0-8853-7709-49E363FB86AC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0B0B0B"/>
              </a:clrFrom>
              <a:clrTo>
                <a:srgbClr val="0B0B0B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00"/>
            <a:ext cx="12192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1506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Aiza Ahmad</dc:creator>
  <cp:lastModifiedBy>Aiza Ahmad</cp:lastModifiedBy>
  <cp:revision>1</cp:revision>
  <dcterms:created xsi:type="dcterms:W3CDTF">2024-10-17T03:36:59Z</dcterms:created>
  <dcterms:modified xsi:type="dcterms:W3CDTF">2024-10-17T03:38:24Z</dcterms:modified>
</cp:coreProperties>
</file>